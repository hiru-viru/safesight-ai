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Montserrat Bold" panose="020B0604020202020204" charset="0"/>
      <p:regular r:id="rId11"/>
    </p:embeddedFont>
    <p:embeddedFont>
      <p:font typeface="Open Sans Bold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1895947" y="6126972"/>
            <a:ext cx="7663164" cy="4904425"/>
          </a:xfrm>
          <a:custGeom>
            <a:avLst/>
            <a:gdLst/>
            <a:ahLst/>
            <a:cxnLst/>
            <a:rect l="l" t="t" r="r" b="b"/>
            <a:pathLst>
              <a:path w="7663164" h="4904425">
                <a:moveTo>
                  <a:pt x="7663164" y="0"/>
                </a:moveTo>
                <a:lnTo>
                  <a:pt x="0" y="0"/>
                </a:lnTo>
                <a:lnTo>
                  <a:pt x="0" y="4904425"/>
                </a:lnTo>
                <a:lnTo>
                  <a:pt x="7663164" y="4904425"/>
                </a:lnTo>
                <a:lnTo>
                  <a:pt x="766316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028700" y="527133"/>
            <a:ext cx="16320998" cy="1830249"/>
          </a:xfrm>
          <a:custGeom>
            <a:avLst/>
            <a:gdLst/>
            <a:ahLst/>
            <a:cxnLst/>
            <a:rect l="l" t="t" r="r" b="b"/>
            <a:pathLst>
              <a:path w="16320998" h="1830249">
                <a:moveTo>
                  <a:pt x="0" y="0"/>
                </a:moveTo>
                <a:lnTo>
                  <a:pt x="16320998" y="0"/>
                </a:lnTo>
                <a:lnTo>
                  <a:pt x="16320998" y="1830249"/>
                </a:lnTo>
                <a:lnTo>
                  <a:pt x="0" y="18302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3190" b="-2056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4273793" y="2833632"/>
            <a:ext cx="8197691" cy="978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26"/>
              </a:lnSpc>
            </a:pPr>
            <a:r>
              <a:rPr lang="en-US" sz="7400" b="1" dirty="0">
                <a:solidFill>
                  <a:srgbClr val="28568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TN-IMPACT 2026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649088" y="3626895"/>
            <a:ext cx="10615983" cy="697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791"/>
              </a:lnSpc>
            </a:pPr>
            <a:r>
              <a:rPr lang="en-US" sz="3900" b="1" dirty="0">
                <a:solidFill>
                  <a:srgbClr val="BC9C2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IDENTIFYING INDUSTRIAL CHALLENGES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6041247"/>
            <a:ext cx="15856760" cy="1242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66"/>
              </a:lnSpc>
            </a:pPr>
            <a:r>
              <a:rPr lang="en-US" sz="3411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 STATEMENT NUMBER :</a:t>
            </a:r>
          </a:p>
          <a:p>
            <a:pPr algn="l">
              <a:lnSpc>
                <a:spcPts val="5066"/>
              </a:lnSpc>
            </a:pPr>
            <a:r>
              <a:rPr lang="en-US" sz="3411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 STATEMENT TITLE 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1657709" y="6644975"/>
            <a:ext cx="7663164" cy="4904425"/>
          </a:xfrm>
          <a:custGeom>
            <a:avLst/>
            <a:gdLst/>
            <a:ahLst/>
            <a:cxnLst/>
            <a:rect l="l" t="t" r="r" b="b"/>
            <a:pathLst>
              <a:path w="7663164" h="4904425">
                <a:moveTo>
                  <a:pt x="7663164" y="0"/>
                </a:moveTo>
                <a:lnTo>
                  <a:pt x="0" y="0"/>
                </a:lnTo>
                <a:lnTo>
                  <a:pt x="0" y="4904425"/>
                </a:lnTo>
                <a:lnTo>
                  <a:pt x="7663164" y="4904425"/>
                </a:lnTo>
                <a:lnTo>
                  <a:pt x="766316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aphicFrame>
        <p:nvGraphicFramePr>
          <p:cNvPr id="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283154"/>
              </p:ext>
            </p:extLst>
          </p:nvPr>
        </p:nvGraphicFramePr>
        <p:xfrm>
          <a:off x="1242598" y="4886325"/>
          <a:ext cx="15292802" cy="4363361"/>
        </p:xfrm>
        <a:graphic>
          <a:graphicData uri="http://schemas.openxmlformats.org/drawingml/2006/table">
            <a:tbl>
              <a:tblPr/>
              <a:tblGrid>
                <a:gridCol w="1602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43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800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669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78902"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S.NO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STUDENT NAME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SEMESTER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DEPARTMENT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8153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8153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8153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4"/>
          <p:cNvSpPr txBox="1"/>
          <p:nvPr/>
        </p:nvSpPr>
        <p:spPr>
          <a:xfrm>
            <a:off x="6003538" y="2177031"/>
            <a:ext cx="6280924" cy="668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46"/>
              </a:lnSpc>
            </a:pPr>
            <a:r>
              <a:rPr lang="en-US" sz="5299" b="1" dirty="0">
                <a:solidFill>
                  <a:srgbClr val="28568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Team details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42598" y="2731464"/>
            <a:ext cx="15802804" cy="1886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049"/>
              </a:lnSpc>
            </a:pPr>
            <a:r>
              <a:rPr lang="en-US" sz="3400" b="1" dirty="0">
                <a:solidFill>
                  <a:srgbClr val="BC9C2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Team Name :</a:t>
            </a:r>
          </a:p>
          <a:p>
            <a:pPr algn="l">
              <a:lnSpc>
                <a:spcPts val="5049"/>
              </a:lnSpc>
            </a:pPr>
            <a:r>
              <a:rPr lang="en-US" sz="3400" b="1" dirty="0">
                <a:solidFill>
                  <a:srgbClr val="BC9C2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College Mentor Name :</a:t>
            </a:r>
          </a:p>
          <a:p>
            <a:pPr>
              <a:lnSpc>
                <a:spcPts val="5049"/>
              </a:lnSpc>
            </a:pPr>
            <a:r>
              <a:rPr lang="en-US" sz="3400" b="1" dirty="0">
                <a:solidFill>
                  <a:srgbClr val="BC9C2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College Name:</a:t>
            </a:r>
          </a:p>
        </p:txBody>
      </p:sp>
      <p:sp>
        <p:nvSpPr>
          <p:cNvPr id="6" name="Freeform 6"/>
          <p:cNvSpPr/>
          <p:nvPr/>
        </p:nvSpPr>
        <p:spPr>
          <a:xfrm>
            <a:off x="1028700" y="0"/>
            <a:ext cx="16230600" cy="1865186"/>
          </a:xfrm>
          <a:custGeom>
            <a:avLst/>
            <a:gdLst/>
            <a:ahLst/>
            <a:cxnLst/>
            <a:rect l="l" t="t" r="r" b="b"/>
            <a:pathLst>
              <a:path w="16230600" h="1865186">
                <a:moveTo>
                  <a:pt x="0" y="0"/>
                </a:moveTo>
                <a:lnTo>
                  <a:pt x="16230600" y="0"/>
                </a:lnTo>
                <a:lnTo>
                  <a:pt x="16230600" y="1865186"/>
                </a:lnTo>
                <a:lnTo>
                  <a:pt x="0" y="18651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0111" b="-20416"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6242" y="2628900"/>
            <a:ext cx="6324600" cy="6942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000" b="1" dirty="0">
                <a:solidFill>
                  <a:srgbClr val="28568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 statement</a:t>
            </a:r>
          </a:p>
        </p:txBody>
      </p:sp>
      <p:sp>
        <p:nvSpPr>
          <p:cNvPr id="3" name="Freeform 3"/>
          <p:cNvSpPr/>
          <p:nvPr/>
        </p:nvSpPr>
        <p:spPr>
          <a:xfrm>
            <a:off x="1028700" y="504623"/>
            <a:ext cx="16320998" cy="1852759"/>
          </a:xfrm>
          <a:custGeom>
            <a:avLst/>
            <a:gdLst/>
            <a:ahLst/>
            <a:cxnLst/>
            <a:rect l="l" t="t" r="r" b="b"/>
            <a:pathLst>
              <a:path w="16320998" h="1852759">
                <a:moveTo>
                  <a:pt x="0" y="0"/>
                </a:moveTo>
                <a:lnTo>
                  <a:pt x="16320998" y="0"/>
                </a:lnTo>
                <a:lnTo>
                  <a:pt x="16320998" y="1852759"/>
                </a:lnTo>
                <a:lnTo>
                  <a:pt x="0" y="18527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1815" b="-20319"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628900"/>
            <a:ext cx="5753309" cy="6815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3600" b="1" dirty="0">
                <a:solidFill>
                  <a:srgbClr val="28568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 description</a:t>
            </a:r>
          </a:p>
        </p:txBody>
      </p:sp>
      <p:sp>
        <p:nvSpPr>
          <p:cNvPr id="3" name="Freeform 3"/>
          <p:cNvSpPr/>
          <p:nvPr/>
        </p:nvSpPr>
        <p:spPr>
          <a:xfrm flipH="1">
            <a:off x="11657709" y="6644975"/>
            <a:ext cx="7663164" cy="4904425"/>
          </a:xfrm>
          <a:custGeom>
            <a:avLst/>
            <a:gdLst/>
            <a:ahLst/>
            <a:cxnLst/>
            <a:rect l="l" t="t" r="r" b="b"/>
            <a:pathLst>
              <a:path w="7663164" h="4904425">
                <a:moveTo>
                  <a:pt x="7663164" y="0"/>
                </a:moveTo>
                <a:lnTo>
                  <a:pt x="0" y="0"/>
                </a:lnTo>
                <a:lnTo>
                  <a:pt x="0" y="4904425"/>
                </a:lnTo>
                <a:lnTo>
                  <a:pt x="7663164" y="4904425"/>
                </a:lnTo>
                <a:lnTo>
                  <a:pt x="766316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1028700" y="459603"/>
            <a:ext cx="16320998" cy="1897779"/>
          </a:xfrm>
          <a:custGeom>
            <a:avLst/>
            <a:gdLst/>
            <a:ahLst/>
            <a:cxnLst/>
            <a:rect l="l" t="t" r="r" b="b"/>
            <a:pathLst>
              <a:path w="16320998" h="1897779">
                <a:moveTo>
                  <a:pt x="0" y="0"/>
                </a:moveTo>
                <a:lnTo>
                  <a:pt x="16320998" y="0"/>
                </a:lnTo>
                <a:lnTo>
                  <a:pt x="16320998" y="1897779"/>
                </a:lnTo>
                <a:lnTo>
                  <a:pt x="0" y="18977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9162" b="-19837"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715592" y="2628900"/>
            <a:ext cx="2947213" cy="6942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000" b="1" dirty="0">
                <a:solidFill>
                  <a:srgbClr val="28568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Objectives</a:t>
            </a:r>
          </a:p>
        </p:txBody>
      </p:sp>
      <p:sp>
        <p:nvSpPr>
          <p:cNvPr id="3" name="Freeform 3"/>
          <p:cNvSpPr/>
          <p:nvPr/>
        </p:nvSpPr>
        <p:spPr>
          <a:xfrm flipH="1">
            <a:off x="12177741" y="6239794"/>
            <a:ext cx="7663164" cy="4904425"/>
          </a:xfrm>
          <a:custGeom>
            <a:avLst/>
            <a:gdLst/>
            <a:ahLst/>
            <a:cxnLst/>
            <a:rect l="l" t="t" r="r" b="b"/>
            <a:pathLst>
              <a:path w="7663164" h="4904425">
                <a:moveTo>
                  <a:pt x="7663163" y="0"/>
                </a:moveTo>
                <a:lnTo>
                  <a:pt x="0" y="0"/>
                </a:lnTo>
                <a:lnTo>
                  <a:pt x="0" y="4904425"/>
                </a:lnTo>
                <a:lnTo>
                  <a:pt x="7663163" y="4904425"/>
                </a:lnTo>
                <a:lnTo>
                  <a:pt x="766316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1028700" y="459603"/>
            <a:ext cx="16320998" cy="1897779"/>
          </a:xfrm>
          <a:custGeom>
            <a:avLst/>
            <a:gdLst/>
            <a:ahLst/>
            <a:cxnLst/>
            <a:rect l="l" t="t" r="r" b="b"/>
            <a:pathLst>
              <a:path w="16320998" h="1897779">
                <a:moveTo>
                  <a:pt x="0" y="0"/>
                </a:moveTo>
                <a:lnTo>
                  <a:pt x="16320998" y="0"/>
                </a:lnTo>
                <a:lnTo>
                  <a:pt x="16320998" y="1897779"/>
                </a:lnTo>
                <a:lnTo>
                  <a:pt x="0" y="18977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9162" b="-19837"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1657709" y="6644975"/>
            <a:ext cx="7663164" cy="4904425"/>
          </a:xfrm>
          <a:custGeom>
            <a:avLst/>
            <a:gdLst/>
            <a:ahLst/>
            <a:cxnLst/>
            <a:rect l="l" t="t" r="r" b="b"/>
            <a:pathLst>
              <a:path w="7663164" h="4904425">
                <a:moveTo>
                  <a:pt x="7663164" y="0"/>
                </a:moveTo>
                <a:lnTo>
                  <a:pt x="0" y="0"/>
                </a:lnTo>
                <a:lnTo>
                  <a:pt x="0" y="4904425"/>
                </a:lnTo>
                <a:lnTo>
                  <a:pt x="7663164" y="4904425"/>
                </a:lnTo>
                <a:lnTo>
                  <a:pt x="766316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028700" y="437093"/>
            <a:ext cx="16320998" cy="1920289"/>
          </a:xfrm>
          <a:custGeom>
            <a:avLst/>
            <a:gdLst/>
            <a:ahLst/>
            <a:cxnLst/>
            <a:rect l="l" t="t" r="r" b="b"/>
            <a:pathLst>
              <a:path w="16320998" h="1920289">
                <a:moveTo>
                  <a:pt x="0" y="0"/>
                </a:moveTo>
                <a:lnTo>
                  <a:pt x="16320998" y="0"/>
                </a:lnTo>
                <a:lnTo>
                  <a:pt x="16320998" y="1920289"/>
                </a:lnTo>
                <a:lnTo>
                  <a:pt x="0" y="19202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7883" b="-19605"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1657709" y="6644975"/>
            <a:ext cx="7663164" cy="4904425"/>
          </a:xfrm>
          <a:custGeom>
            <a:avLst/>
            <a:gdLst/>
            <a:ahLst/>
            <a:cxnLst/>
            <a:rect l="l" t="t" r="r" b="b"/>
            <a:pathLst>
              <a:path w="7663164" h="4904425">
                <a:moveTo>
                  <a:pt x="7663164" y="0"/>
                </a:moveTo>
                <a:lnTo>
                  <a:pt x="0" y="0"/>
                </a:lnTo>
                <a:lnTo>
                  <a:pt x="0" y="4904425"/>
                </a:lnTo>
                <a:lnTo>
                  <a:pt x="7663164" y="4904425"/>
                </a:lnTo>
                <a:lnTo>
                  <a:pt x="766316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028700" y="392073"/>
            <a:ext cx="16320998" cy="1965309"/>
          </a:xfrm>
          <a:custGeom>
            <a:avLst/>
            <a:gdLst/>
            <a:ahLst/>
            <a:cxnLst/>
            <a:rect l="l" t="t" r="r" b="b"/>
            <a:pathLst>
              <a:path w="16320998" h="1965309">
                <a:moveTo>
                  <a:pt x="0" y="0"/>
                </a:moveTo>
                <a:lnTo>
                  <a:pt x="16320998" y="0"/>
                </a:lnTo>
                <a:lnTo>
                  <a:pt x="16320998" y="1965309"/>
                </a:lnTo>
                <a:lnTo>
                  <a:pt x="0" y="19653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5411" b="-19156"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1657709" y="6644975"/>
            <a:ext cx="7663164" cy="4904425"/>
          </a:xfrm>
          <a:custGeom>
            <a:avLst/>
            <a:gdLst/>
            <a:ahLst/>
            <a:cxnLst/>
            <a:rect l="l" t="t" r="r" b="b"/>
            <a:pathLst>
              <a:path w="7663164" h="4904425">
                <a:moveTo>
                  <a:pt x="7663164" y="0"/>
                </a:moveTo>
                <a:lnTo>
                  <a:pt x="0" y="0"/>
                </a:lnTo>
                <a:lnTo>
                  <a:pt x="0" y="4904425"/>
                </a:lnTo>
                <a:lnTo>
                  <a:pt x="7663164" y="4904425"/>
                </a:lnTo>
                <a:lnTo>
                  <a:pt x="766316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028700" y="392073"/>
            <a:ext cx="16320998" cy="1965309"/>
          </a:xfrm>
          <a:custGeom>
            <a:avLst/>
            <a:gdLst/>
            <a:ahLst/>
            <a:cxnLst/>
            <a:rect l="l" t="t" r="r" b="b"/>
            <a:pathLst>
              <a:path w="16320998" h="1965309">
                <a:moveTo>
                  <a:pt x="0" y="0"/>
                </a:moveTo>
                <a:lnTo>
                  <a:pt x="16320998" y="0"/>
                </a:lnTo>
                <a:lnTo>
                  <a:pt x="16320998" y="1965309"/>
                </a:lnTo>
                <a:lnTo>
                  <a:pt x="0" y="19653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5411" b="-19156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2BDAF48B-75DE-17DB-2FCE-3378EB037A50}"/>
              </a:ext>
            </a:extLst>
          </p:cNvPr>
          <p:cNvSpPr txBox="1"/>
          <p:nvPr/>
        </p:nvSpPr>
        <p:spPr>
          <a:xfrm>
            <a:off x="609600" y="3009900"/>
            <a:ext cx="3679922" cy="7575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6000" b="1" dirty="0">
                <a:solidFill>
                  <a:srgbClr val="28568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Findings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9600" y="2705100"/>
            <a:ext cx="5431631" cy="756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5400" b="1" dirty="0">
                <a:solidFill>
                  <a:srgbClr val="28568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Conclusion</a:t>
            </a:r>
          </a:p>
        </p:txBody>
      </p:sp>
      <p:sp>
        <p:nvSpPr>
          <p:cNvPr id="3" name="Freeform 3"/>
          <p:cNvSpPr/>
          <p:nvPr/>
        </p:nvSpPr>
        <p:spPr>
          <a:xfrm flipH="1">
            <a:off x="11657709" y="6644975"/>
            <a:ext cx="7663164" cy="4904425"/>
          </a:xfrm>
          <a:custGeom>
            <a:avLst/>
            <a:gdLst/>
            <a:ahLst/>
            <a:cxnLst/>
            <a:rect l="l" t="t" r="r" b="b"/>
            <a:pathLst>
              <a:path w="7663164" h="4904425">
                <a:moveTo>
                  <a:pt x="7663164" y="0"/>
                </a:moveTo>
                <a:lnTo>
                  <a:pt x="0" y="0"/>
                </a:lnTo>
                <a:lnTo>
                  <a:pt x="0" y="4904425"/>
                </a:lnTo>
                <a:lnTo>
                  <a:pt x="7663164" y="4904425"/>
                </a:lnTo>
                <a:lnTo>
                  <a:pt x="766316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1028700" y="345905"/>
            <a:ext cx="16320998" cy="1852759"/>
          </a:xfrm>
          <a:custGeom>
            <a:avLst/>
            <a:gdLst/>
            <a:ahLst/>
            <a:cxnLst/>
            <a:rect l="l" t="t" r="r" b="b"/>
            <a:pathLst>
              <a:path w="16320998" h="1852759">
                <a:moveTo>
                  <a:pt x="0" y="0"/>
                </a:moveTo>
                <a:lnTo>
                  <a:pt x="16320998" y="0"/>
                </a:lnTo>
                <a:lnTo>
                  <a:pt x="16320998" y="1852759"/>
                </a:lnTo>
                <a:lnTo>
                  <a:pt x="0" y="18527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1815" b="-20319"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</TotalTime>
  <Words>39</Words>
  <Application>Microsoft Office PowerPoint</Application>
  <PresentationFormat>Custom</PresentationFormat>
  <Paragraphs>17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Open Sans Bold</vt:lpstr>
      <vt:lpstr>Montserrat Bold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TN-IMPACT_2026_PPT_TEMPLATE.pptx</dc:title>
  <dc:creator>Dr Sivagnanamani GS</dc:creator>
  <cp:lastModifiedBy>Office</cp:lastModifiedBy>
  <cp:revision>3</cp:revision>
  <dcterms:created xsi:type="dcterms:W3CDTF">2006-08-16T00:00:00Z</dcterms:created>
  <dcterms:modified xsi:type="dcterms:W3CDTF">2026-01-08T12:31:06Z</dcterms:modified>
  <dc:identifier>DAG9zesFr8A</dc:identifier>
</cp:coreProperties>
</file>